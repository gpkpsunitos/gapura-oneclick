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Rancang Bangun Sistem Informasi Pelaporan Terintegrasi untuk Ground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Skripsi Program Studi Sistem Informasi, Universitas Bina Sarana Informatika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Februari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Latar Belakang &amp;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Ground handling mengalami pertumbuhan, sementara operasi menghasilkan banyak irregularity yang harus dilaporkan secara cepat.</a:t>
            </a:r>
          </a:p>
          <a:p>
            <a:pPr lvl="0"/>
            <a:r>
              <a:rPr/>
              <a:t>Cabang menggunakan Microsoft Form → Excel, analyst menggunakan Google Sheets &amp; Looker Studio, sehingga data tersimpan di silo berbeda.</a:t>
            </a:r>
          </a:p>
          <a:p>
            <a:pPr lvl="0"/>
            <a:r>
              <a:rPr/>
              <a:t>Proses import manual memakan 1–2 jam, rawan human error, dan menyebabkan data dashboard tidak real-time sehingga pengambilan keputusan terlambat.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Analisa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Tidak ada single source of truth, data tersebar antara input (Excel) dan output (Looker).</a:t>
            </a:r>
          </a:p>
          <a:p>
            <a:pPr lvl="0"/>
            <a:r>
              <a:rPr/>
              <a:t>Analyst menghabiskan waktu mengimpor data secara manual, meningkatkan risiko data hilang atau salah.</a:t>
            </a:r>
          </a:p>
          <a:p>
            <a:pPr lvl="0"/>
            <a:r>
              <a:rPr/>
              <a:t>Dashboard hanya menampilkan data historis, tidak ada analisis prediktif.</a:t>
            </a:r>
          </a:p>
          <a:p>
            <a:pPr lvl="0"/>
            <a:r>
              <a:rPr/>
              <a:t>Fragmentasi platform meningkatkan biaya training dan maintenance.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Solusi Terintegrasi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Hapus silo dengan aplikasi Next.js yang menggabungkan formulir laporan dan dashboard dalam satu platform.</a:t>
            </a:r>
          </a:p>
          <a:p>
            <a:pPr lvl="0"/>
            <a:r>
              <a:rPr/>
              <a:t>Single source: data operasional disinkronkan ke Google Sheets yang bisa diakses semua pihak.</a:t>
            </a:r>
          </a:p>
          <a:p>
            <a:pPr lvl="0"/>
            <a:r>
              <a:rPr/>
              <a:t>Dashboard real-time menampilkan data segera setelah disubmit.</a:t>
            </a:r>
          </a:p>
          <a:p>
            <a:pPr lvl="0"/>
            <a:r>
              <a:rPr/>
              <a:t>Machine Learning menggunakan XGBoost untuk prediksi resolusi dan TF-IDF ensemble untuk klasifikasi severity + anomaly detection.</a:t>
            </a:r>
          </a:p>
          <a:p>
            <a:pPr lvl="0"/>
            <a:r>
              <a:rPr/>
              <a:t>Konsolidasi platform menurunkan kompleksitas operasional dan biaya perawatan.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Manfaat Strategis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Sumbangan teoritis: contoh integrasi sistem modern + ML untuk operational analytics.</a:t>
            </a:r>
          </a:p>
          <a:p>
            <a:pPr lvl="0"/>
            <a:r>
              <a:rPr/>
              <a:t>Manfaat praktis: karyawan cabang dapat melacak status, analyst bebas dari import manual, manajemen dapat planning berdasarkan insight, perusahaan mendapat efisiensi &amp; competitive advantage.</a:t>
            </a:r>
          </a:p>
          <a:p>
            <a:pPr lvl="0"/>
            <a:r>
              <a:rPr/>
              <a:t>Single platform mempercepat feedback loop dan akuntabilitas.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Arsitektur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Frontend: Next.js 16.1.6 dengan App Router + Tailwind CSS di-deploy di Vercel untuk pengalaman global.</a:t>
            </a:r>
          </a:p>
          <a:p>
            <a:pPr lvl="0"/>
            <a:r>
              <a:rPr/>
              <a:t>ML Service: FastAPI di Hugging Face Spaces, memberikan prediksi resolusi, severity, risiko, dan anomaly detection.</a:t>
            </a:r>
          </a:p>
          <a:p>
            <a:pPr lvl="0"/>
            <a:r>
              <a:rPr/>
              <a:t>Auth &amp; Data: Supabase PostgreSQL menangani autentikasi JWT, konfigurasi dashboard, audit log.</a:t>
            </a:r>
          </a:p>
          <a:p>
            <a:pPr lvl="0"/>
            <a:r>
              <a:rPr/>
              <a:t>Data Integration: Google Sheets API v4 menyelaraskan data operasional dengan sistem baru.</a:t>
            </a:r>
          </a:p>
          <a:p>
            <a:pPr lvl="0"/>
            <a:r>
              <a:rPr/>
              <a:t>Pendekatan serverless mikroservice memisahkan concerns agar fokus pengembangan pada logika bisnis dan ML.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Machine Learning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Regression: 25 fitur engineered (day_of_week, sin/cos month, branch/airline encoded, report length, has_photos, dll.) untuk memprediksi hari penyelesaian.</a:t>
            </a:r>
          </a:p>
          <a:p>
            <a:pPr lvl="0"/>
            <a:r>
              <a:rPr/>
              <a:t>Classification: TF-IDF + ensemble (Random Forest, Logistic Regression, SVM, Gradient Boosting) untuk severity level Critical/High/Medium/Low.</a:t>
            </a:r>
          </a:p>
          <a:p>
            <a:pPr lvl="0"/>
            <a:r>
              <a:rPr/>
              <a:t>Indonesian keywords (darurat, rusak, terlambat, ringan) menguatkan rule-based severity mapping.</a:t>
            </a:r>
          </a:p>
          <a:p>
            <a:pPr lvl="0"/>
            <a:r>
              <a:rPr/>
              <a:t>Model XGBoost mencapai R² = 0.66 dan MAE = 0.35 hari; classification 81% akurasi; ML service latency ~1.2 detik per prediksi.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Antarmuka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Form pelaporan mengumpulkan divisi tujuan, kategori, deskripsi, lokasi, evidence foto langsung melalui browser responsif.</a:t>
            </a:r>
          </a:p>
          <a:p>
            <a:pPr lvl="0"/>
            <a:r>
              <a:rPr/>
              <a:t>Dashboard utama memvisualisasikan statistik laporan, distribusi status, dan metric kinerja operasional interaktif.</a:t>
            </a:r>
          </a:p>
          <a:p>
            <a:pPr lvl="0"/>
            <a:r>
              <a:rPr/>
              <a:t>Halaman AI menampilkan prediksi resolusi, klasifikasi severity, deteksi anomali, dan rekomendasi tindakan.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Pengujian &amp; Hasil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Black Box Testing mencakup 8 skenario (login valid/invalid, input laporan, upload bukti, akses dashboard analyst, filter, prediksi ML, logout) dengan hasil semua “Berhasil”.</a:t>
            </a:r>
          </a:p>
          <a:p>
            <a:pPr lvl="0"/>
            <a:r>
              <a:rPr/>
              <a:t>Unit tests 92% coverage (90/90 passed), integration 100% (44/44), UAT 96.1% (373/388).</a:t>
            </a:r>
          </a:p>
          <a:p>
            <a:pPr lvl="0"/>
            <a:r>
              <a:rPr/>
              <a:t>Sistem berhasil mengeliminasi 100% import manual, mengurangi latency 99.9%, menurunkan human error 83%, meningkatkan kepuasan pengguna 19.4%.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Sistem informasi pelaporan terintegrasi berhasil menggabungkan karyawan cabang, analyst, dan manajemen di satu platform.</a:t>
            </a:r>
          </a:p>
          <a:p>
            <a:pPr lvl="0"/>
            <a:r>
              <a:rPr/>
              <a:t>Single source via Google Sheets menyajikan data real-time dan konsisten.</a:t>
            </a:r>
          </a:p>
          <a:p>
            <a:pPr lvl="0"/>
            <a:r>
              <a:rPr/>
              <a:t>Dashboard real-time + ML predictions (risk scoring, anomaly detection, similarity search) mempercepat prioritas dan respons.</a:t>
            </a:r>
          </a:p>
          <a:p>
            <a:pPr lvl="0"/>
            <a:r>
              <a:rPr/>
              <a:t>JWT-based role access control menjaga keamanan dan kepatuhan data.</a:t>
            </a:r>
          </a:p>
          <a:p>
            <a:pPr lvl="0"/>
            <a:r>
              <a:rPr/>
              <a:t>SWR caching memastikan data dashboard langsung tersedia tanpa delay.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Saran &amp; Rekomendasi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Tambah data training, online learning, dan fitur time-series forecasting untuk meningkatkan performa ML.</a:t>
            </a:r>
          </a:p>
          <a:p>
            <a:pPr lvl="0"/>
            <a:r>
              <a:rPr/>
              <a:t>Tambahkan anomaly detection, root cause analysis berbasis NLP, dan recommendation system berdasarkan riwayat data.</a:t>
            </a:r>
          </a:p>
          <a:p>
            <a:pPr lvl="0"/>
            <a:r>
              <a:rPr/>
              <a:t>Perbaiki UX dengan PWA, notifikasi real-time, dan mobile native apps.</a:t>
            </a:r>
          </a:p>
          <a:p>
            <a:pPr lvl="0"/>
            <a:r>
              <a:rPr/>
              <a:t>Integrasikan dengan sistem pendukung (email notifikasi, calendar SLA, reporting eksternal).</a:t>
            </a:r>
          </a:p>
          <a:p>
            <a:pPr lvl="0"/>
            <a:r>
              <a:rPr/>
              <a:t>Perkuat keamanan dengan 2FA, audit trail yang lebih komprehensif, dan enkripsi data.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Skripsi “Rancang Bangun Sistem Informasi…” (Skripsi.pdf) sebagai sumber utama desain, implementasi, dan hasil.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Rancang Bangun Sistem Informasi Pelaporan Terintegrasi untuk Ground Handling</dc:title>
  <dc:creator>Skripsi Program Studi Sistem Informasi, Universitas Bina Sarana Informatika</dc:creator>
  <cp:keywords/>
  <dcterms:created xsi:type="dcterms:W3CDTF">2026-02-24T09:20:11Z</dcterms:created>
  <dcterms:modified xsi:type="dcterms:W3CDTF">2026-02-24T09:20:11Z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Februari 2026</vt:lpwstr>
  </property>
</Properties>
</file>